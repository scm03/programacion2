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Courier Prime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415791" y="1603408"/>
            <a:ext cx="10718760" cy="994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62"/>
              </a:lnSpc>
            </a:pPr>
            <a:r>
              <a:rPr lang="en-US" sz="672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Maquina Expendedora{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415791" y="8540933"/>
            <a:ext cx="2471972" cy="98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0"/>
              </a:lnSpc>
            </a:pPr>
            <a:r>
              <a:rPr lang="en-US" sz="6745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59774" y="2845248"/>
            <a:ext cx="10747189" cy="5324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64"/>
              </a:lnSpc>
            </a:pPr>
            <a:r>
              <a:rPr lang="en-US" sz="376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&lt;Integrantes:</a:t>
            </a:r>
          </a:p>
          <a:p>
            <a:pPr marL="811879" lvl="1" indent="-405939" algn="l">
              <a:lnSpc>
                <a:spcPts val="5264"/>
              </a:lnSpc>
              <a:buFont typeface="Arial"/>
              <a:buChar char="•"/>
            </a:pPr>
            <a:r>
              <a:rPr lang="en-US" sz="376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STEIFY CAMBRONERO MORALES</a:t>
            </a:r>
          </a:p>
          <a:p>
            <a:pPr marL="811879" lvl="1" indent="-405939" algn="l">
              <a:lnSpc>
                <a:spcPts val="5264"/>
              </a:lnSpc>
              <a:buFont typeface="Arial"/>
              <a:buChar char="•"/>
            </a:pPr>
            <a:r>
              <a:rPr lang="en-US" sz="376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JAKECHA DURAN MADRIGAL</a:t>
            </a:r>
          </a:p>
          <a:p>
            <a:pPr marL="811879" lvl="1" indent="-405939" algn="l">
              <a:lnSpc>
                <a:spcPts val="5264"/>
              </a:lnSpc>
              <a:buFont typeface="Arial"/>
              <a:buChar char="•"/>
            </a:pPr>
            <a:r>
              <a:rPr lang="en-US" sz="376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VICTOR OVIEDO CHACÓN</a:t>
            </a:r>
          </a:p>
          <a:p>
            <a:pPr algn="l">
              <a:lnSpc>
                <a:spcPts val="5264"/>
              </a:lnSpc>
            </a:pPr>
            <a:endParaRPr lang="en-US" sz="3760">
              <a:solidFill>
                <a:srgbClr val="FF914D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algn="l">
              <a:lnSpc>
                <a:spcPts val="5264"/>
              </a:lnSpc>
            </a:pPr>
            <a:r>
              <a:rPr lang="en-US" sz="376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Profesor:</a:t>
            </a:r>
          </a:p>
          <a:p>
            <a:pPr algn="l">
              <a:lnSpc>
                <a:spcPts val="5264"/>
              </a:lnSpc>
            </a:pPr>
            <a:r>
              <a:rPr lang="en-US" sz="376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 - ALEXANDER BENJAMIN CURLING</a:t>
            </a:r>
          </a:p>
          <a:p>
            <a:pPr algn="l">
              <a:lnSpc>
                <a:spcPts val="5264"/>
              </a:lnSpc>
            </a:pPr>
            <a:r>
              <a:rPr lang="en-US" sz="376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/&gt;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59774" y="763048"/>
            <a:ext cx="11259224" cy="474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736">
                <a:solidFill>
                  <a:srgbClr val="8F8F8F"/>
                </a:solidFill>
                <a:latin typeface="Courier Prime"/>
                <a:ea typeface="Courier Prime"/>
                <a:cs typeface="Courier Prime"/>
                <a:sym typeface="Courier Prime"/>
              </a:rPr>
              <a:t>&lt;!--Estructuras de datos--&gt;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4762002" y="-102870"/>
            <a:ext cx="4230823" cy="10389870"/>
            <a:chOff x="0" y="0"/>
            <a:chExt cx="1543416" cy="379025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43416" cy="3790253"/>
            </a:xfrm>
            <a:custGeom>
              <a:avLst/>
              <a:gdLst/>
              <a:ahLst/>
              <a:cxnLst/>
              <a:rect l="l" t="t" r="r" b="b"/>
              <a:pathLst>
                <a:path w="1543416" h="3790253">
                  <a:moveTo>
                    <a:pt x="0" y="0"/>
                  </a:moveTo>
                  <a:lnTo>
                    <a:pt x="1543416" y="0"/>
                  </a:lnTo>
                  <a:lnTo>
                    <a:pt x="1543416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  <p:txBody>
            <a:bodyPr/>
            <a:lstStyle/>
            <a:p>
              <a:endParaRPr lang="es-C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-102870"/>
            <a:ext cx="9314578" cy="10389870"/>
            <a:chOff x="0" y="0"/>
            <a:chExt cx="3397983" cy="37902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97983" cy="3790253"/>
            </a:xfrm>
            <a:custGeom>
              <a:avLst/>
              <a:gdLst/>
              <a:ahLst/>
              <a:cxnLst/>
              <a:rect l="l" t="t" r="r" b="b"/>
              <a:pathLst>
                <a:path w="3397983" h="3790253">
                  <a:moveTo>
                    <a:pt x="0" y="0"/>
                  </a:moveTo>
                  <a:lnTo>
                    <a:pt x="3397983" y="0"/>
                  </a:lnTo>
                  <a:lnTo>
                    <a:pt x="3397983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  <p:txBody>
            <a:bodyPr/>
            <a:lstStyle/>
            <a:p>
              <a:endParaRPr lang="es-CR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102870"/>
            <a:ext cx="18288000" cy="10081260"/>
          </a:xfrm>
          <a:custGeom>
            <a:avLst/>
            <a:gdLst/>
            <a:ahLst/>
            <a:cxnLst/>
            <a:rect l="l" t="t" r="r" b="b"/>
            <a:pathLst>
              <a:path w="18288000" h="10081260">
                <a:moveTo>
                  <a:pt x="0" y="0"/>
                </a:moveTo>
                <a:lnTo>
                  <a:pt x="18288000" y="0"/>
                </a:lnTo>
                <a:lnTo>
                  <a:pt x="18288000" y="10081260"/>
                </a:lnTo>
                <a:lnTo>
                  <a:pt x="0" y="100812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R"/>
          </a:p>
        </p:txBody>
      </p:sp>
      <p:sp>
        <p:nvSpPr>
          <p:cNvPr id="5" name="TextBox 5"/>
          <p:cNvSpPr txBox="1"/>
          <p:nvPr/>
        </p:nvSpPr>
        <p:spPr>
          <a:xfrm>
            <a:off x="10049562" y="666750"/>
            <a:ext cx="7503454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50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Clase Operaciones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578" y="-102870"/>
            <a:ext cx="9314578" cy="10389870"/>
            <a:chOff x="0" y="0"/>
            <a:chExt cx="3397983" cy="37902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97983" cy="3790253"/>
            </a:xfrm>
            <a:custGeom>
              <a:avLst/>
              <a:gdLst/>
              <a:ahLst/>
              <a:cxnLst/>
              <a:rect l="l" t="t" r="r" b="b"/>
              <a:pathLst>
                <a:path w="3397983" h="3790253">
                  <a:moveTo>
                    <a:pt x="0" y="0"/>
                  </a:moveTo>
                  <a:lnTo>
                    <a:pt x="3397983" y="0"/>
                  </a:lnTo>
                  <a:lnTo>
                    <a:pt x="3397983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  <p:txBody>
            <a:bodyPr/>
            <a:lstStyle/>
            <a:p>
              <a:endParaRPr lang="es-CR"/>
            </a:p>
          </p:txBody>
        </p:sp>
      </p:grpSp>
      <p:sp>
        <p:nvSpPr>
          <p:cNvPr id="4" name="AutoShape 4"/>
          <p:cNvSpPr/>
          <p:nvPr/>
        </p:nvSpPr>
        <p:spPr>
          <a:xfrm rot="5400000">
            <a:off x="6783951" y="3553290"/>
            <a:ext cx="7985953" cy="0"/>
          </a:xfrm>
          <a:prstGeom prst="line">
            <a:avLst/>
          </a:prstGeom>
          <a:ln w="95250" cap="flat">
            <a:solidFill>
              <a:srgbClr val="2D2D3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R"/>
          </a:p>
        </p:txBody>
      </p:sp>
      <p:sp>
        <p:nvSpPr>
          <p:cNvPr id="5" name="Freeform 5"/>
          <p:cNvSpPr/>
          <p:nvPr/>
        </p:nvSpPr>
        <p:spPr>
          <a:xfrm>
            <a:off x="677618" y="311501"/>
            <a:ext cx="16857641" cy="9824830"/>
          </a:xfrm>
          <a:custGeom>
            <a:avLst/>
            <a:gdLst/>
            <a:ahLst/>
            <a:cxnLst/>
            <a:rect l="l" t="t" r="r" b="b"/>
            <a:pathLst>
              <a:path w="16857641" h="9824830">
                <a:moveTo>
                  <a:pt x="0" y="0"/>
                </a:moveTo>
                <a:lnTo>
                  <a:pt x="16857641" y="0"/>
                </a:lnTo>
                <a:lnTo>
                  <a:pt x="16857641" y="9824830"/>
                </a:lnTo>
                <a:lnTo>
                  <a:pt x="0" y="98248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210" b="-2210"/>
            </a:stretch>
          </a:blipFill>
        </p:spPr>
        <p:txBody>
          <a:bodyPr/>
          <a:lstStyle/>
          <a:p>
            <a:endParaRPr lang="es-CR"/>
          </a:p>
        </p:txBody>
      </p:sp>
      <p:sp>
        <p:nvSpPr>
          <p:cNvPr id="6" name="TextBox 6"/>
          <p:cNvSpPr txBox="1"/>
          <p:nvPr/>
        </p:nvSpPr>
        <p:spPr>
          <a:xfrm>
            <a:off x="5782233" y="6361956"/>
            <a:ext cx="3642990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Constructor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23311" y="1028700"/>
            <a:ext cx="17641378" cy="7806310"/>
          </a:xfrm>
          <a:custGeom>
            <a:avLst/>
            <a:gdLst/>
            <a:ahLst/>
            <a:cxnLst/>
            <a:rect l="l" t="t" r="r" b="b"/>
            <a:pathLst>
              <a:path w="17641378" h="7806310">
                <a:moveTo>
                  <a:pt x="0" y="0"/>
                </a:moveTo>
                <a:lnTo>
                  <a:pt x="17641378" y="0"/>
                </a:lnTo>
                <a:lnTo>
                  <a:pt x="17641378" y="7806310"/>
                </a:lnTo>
                <a:lnTo>
                  <a:pt x="0" y="7806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25251" y="412845"/>
            <a:ext cx="12091131" cy="9461310"/>
          </a:xfrm>
          <a:custGeom>
            <a:avLst/>
            <a:gdLst/>
            <a:ahLst/>
            <a:cxnLst/>
            <a:rect l="l" t="t" r="r" b="b"/>
            <a:pathLst>
              <a:path w="12091131" h="9461310">
                <a:moveTo>
                  <a:pt x="0" y="0"/>
                </a:moveTo>
                <a:lnTo>
                  <a:pt x="12091131" y="0"/>
                </a:lnTo>
                <a:lnTo>
                  <a:pt x="12091131" y="9461310"/>
                </a:lnTo>
                <a:lnTo>
                  <a:pt x="0" y="9461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R"/>
          </a:p>
        </p:txBody>
      </p:sp>
      <p:sp>
        <p:nvSpPr>
          <p:cNvPr id="3" name="TextBox 3"/>
          <p:cNvSpPr txBox="1"/>
          <p:nvPr/>
        </p:nvSpPr>
        <p:spPr>
          <a:xfrm>
            <a:off x="12534688" y="1900948"/>
            <a:ext cx="4447434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Método Comprar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212162"/>
            <a:ext cx="17769279" cy="5175302"/>
          </a:xfrm>
          <a:custGeom>
            <a:avLst/>
            <a:gdLst/>
            <a:ahLst/>
            <a:cxnLst/>
            <a:rect l="l" t="t" r="r" b="b"/>
            <a:pathLst>
              <a:path w="17769279" h="5175302">
                <a:moveTo>
                  <a:pt x="0" y="0"/>
                </a:moveTo>
                <a:lnTo>
                  <a:pt x="17769279" y="0"/>
                </a:lnTo>
                <a:lnTo>
                  <a:pt x="17769279" y="5175302"/>
                </a:lnTo>
                <a:lnTo>
                  <a:pt x="0" y="51753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R"/>
          </a:p>
        </p:txBody>
      </p:sp>
      <p:sp>
        <p:nvSpPr>
          <p:cNvPr id="3" name="TextBox 3"/>
          <p:cNvSpPr txBox="1"/>
          <p:nvPr/>
        </p:nvSpPr>
        <p:spPr>
          <a:xfrm>
            <a:off x="9786214" y="2432249"/>
            <a:ext cx="4447434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Método Comprar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94696" y="772668"/>
            <a:ext cx="17336049" cy="8863055"/>
          </a:xfrm>
          <a:custGeom>
            <a:avLst/>
            <a:gdLst/>
            <a:ahLst/>
            <a:cxnLst/>
            <a:rect l="l" t="t" r="r" b="b"/>
            <a:pathLst>
              <a:path w="17336049" h="8863055">
                <a:moveTo>
                  <a:pt x="0" y="0"/>
                </a:moveTo>
                <a:lnTo>
                  <a:pt x="17336049" y="0"/>
                </a:lnTo>
                <a:lnTo>
                  <a:pt x="17336049" y="8863056"/>
                </a:lnTo>
                <a:lnTo>
                  <a:pt x="0" y="88630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" y="1028700"/>
            <a:ext cx="18135600" cy="7559340"/>
          </a:xfrm>
          <a:custGeom>
            <a:avLst/>
            <a:gdLst/>
            <a:ahLst/>
            <a:cxnLst/>
            <a:rect l="l" t="t" r="r" b="b"/>
            <a:pathLst>
              <a:path w="18493799" h="7559340">
                <a:moveTo>
                  <a:pt x="0" y="0"/>
                </a:moveTo>
                <a:lnTo>
                  <a:pt x="18493799" y="0"/>
                </a:lnTo>
                <a:lnTo>
                  <a:pt x="18493799" y="7559340"/>
                </a:lnTo>
                <a:lnTo>
                  <a:pt x="0" y="7559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59157" y="93789"/>
            <a:ext cx="11969686" cy="10099422"/>
          </a:xfrm>
          <a:custGeom>
            <a:avLst/>
            <a:gdLst/>
            <a:ahLst/>
            <a:cxnLst/>
            <a:rect l="l" t="t" r="r" b="b"/>
            <a:pathLst>
              <a:path w="11969686" h="10099422">
                <a:moveTo>
                  <a:pt x="0" y="0"/>
                </a:moveTo>
                <a:lnTo>
                  <a:pt x="11969686" y="0"/>
                </a:lnTo>
                <a:lnTo>
                  <a:pt x="11969686" y="10099422"/>
                </a:lnTo>
                <a:lnTo>
                  <a:pt x="0" y="100994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23255" y="170149"/>
            <a:ext cx="13671421" cy="10116851"/>
          </a:xfrm>
          <a:custGeom>
            <a:avLst/>
            <a:gdLst/>
            <a:ahLst/>
            <a:cxnLst/>
            <a:rect l="l" t="t" r="r" b="b"/>
            <a:pathLst>
              <a:path w="13671421" h="10116851">
                <a:moveTo>
                  <a:pt x="0" y="0"/>
                </a:moveTo>
                <a:lnTo>
                  <a:pt x="13671421" y="0"/>
                </a:lnTo>
                <a:lnTo>
                  <a:pt x="13671421" y="10116851"/>
                </a:lnTo>
                <a:lnTo>
                  <a:pt x="0" y="101168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05479" y="0"/>
            <a:ext cx="16453821" cy="10149309"/>
          </a:xfrm>
          <a:custGeom>
            <a:avLst/>
            <a:gdLst/>
            <a:ahLst/>
            <a:cxnLst/>
            <a:rect l="l" t="t" r="r" b="b"/>
            <a:pathLst>
              <a:path w="16453821" h="10149309">
                <a:moveTo>
                  <a:pt x="0" y="0"/>
                </a:moveTo>
                <a:lnTo>
                  <a:pt x="16453821" y="0"/>
                </a:lnTo>
                <a:lnTo>
                  <a:pt x="16453821" y="10149309"/>
                </a:lnTo>
                <a:lnTo>
                  <a:pt x="0" y="101493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4341" y="2129570"/>
            <a:ext cx="17589823" cy="5579107"/>
          </a:xfrm>
          <a:custGeom>
            <a:avLst/>
            <a:gdLst/>
            <a:ahLst/>
            <a:cxnLst/>
            <a:rect l="l" t="t" r="r" b="b"/>
            <a:pathLst>
              <a:path w="17589823" h="5579107">
                <a:moveTo>
                  <a:pt x="0" y="0"/>
                </a:moveTo>
                <a:lnTo>
                  <a:pt x="17589823" y="0"/>
                </a:lnTo>
                <a:lnTo>
                  <a:pt x="17589823" y="5579107"/>
                </a:lnTo>
                <a:lnTo>
                  <a:pt x="0" y="55791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889"/>
            </a:stretch>
          </a:blipFill>
        </p:spPr>
        <p:txBody>
          <a:bodyPr/>
          <a:lstStyle/>
          <a:p>
            <a:endParaRPr lang="es-CR"/>
          </a:p>
        </p:txBody>
      </p:sp>
      <p:sp>
        <p:nvSpPr>
          <p:cNvPr id="3" name="TextBox 3"/>
          <p:cNvSpPr txBox="1"/>
          <p:nvPr/>
        </p:nvSpPr>
        <p:spPr>
          <a:xfrm>
            <a:off x="8730115" y="746760"/>
            <a:ext cx="6091476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Clase administración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9987" y="166823"/>
            <a:ext cx="16431214" cy="10120177"/>
          </a:xfrm>
          <a:custGeom>
            <a:avLst/>
            <a:gdLst/>
            <a:ahLst/>
            <a:cxnLst/>
            <a:rect l="l" t="t" r="r" b="b"/>
            <a:pathLst>
              <a:path w="16708027" h="10296322">
                <a:moveTo>
                  <a:pt x="0" y="0"/>
                </a:moveTo>
                <a:lnTo>
                  <a:pt x="16708028" y="0"/>
                </a:lnTo>
                <a:lnTo>
                  <a:pt x="16708028" y="10296322"/>
                </a:lnTo>
                <a:lnTo>
                  <a:pt x="0" y="10296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330" y="1028700"/>
            <a:ext cx="17966115" cy="8107209"/>
          </a:xfrm>
          <a:custGeom>
            <a:avLst/>
            <a:gdLst/>
            <a:ahLst/>
            <a:cxnLst/>
            <a:rect l="l" t="t" r="r" b="b"/>
            <a:pathLst>
              <a:path w="17966115" h="8107209">
                <a:moveTo>
                  <a:pt x="0" y="0"/>
                </a:moveTo>
                <a:lnTo>
                  <a:pt x="17966115" y="0"/>
                </a:lnTo>
                <a:lnTo>
                  <a:pt x="17966115" y="8107209"/>
                </a:lnTo>
                <a:lnTo>
                  <a:pt x="0" y="81072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57599" y="8603"/>
            <a:ext cx="11036573" cy="10087897"/>
          </a:xfrm>
          <a:custGeom>
            <a:avLst/>
            <a:gdLst/>
            <a:ahLst/>
            <a:cxnLst/>
            <a:rect l="l" t="t" r="r" b="b"/>
            <a:pathLst>
              <a:path w="11954339" h="11227632">
                <a:moveTo>
                  <a:pt x="0" y="0"/>
                </a:moveTo>
                <a:lnTo>
                  <a:pt x="11954339" y="0"/>
                </a:lnTo>
                <a:lnTo>
                  <a:pt x="11954339" y="11227632"/>
                </a:lnTo>
                <a:lnTo>
                  <a:pt x="0" y="112276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99556" y="0"/>
            <a:ext cx="11288889" cy="10287000"/>
          </a:xfrm>
          <a:custGeom>
            <a:avLst/>
            <a:gdLst/>
            <a:ahLst/>
            <a:cxnLst/>
            <a:rect l="l" t="t" r="r" b="b"/>
            <a:pathLst>
              <a:path w="11288889" h="10287000">
                <a:moveTo>
                  <a:pt x="0" y="0"/>
                </a:moveTo>
                <a:lnTo>
                  <a:pt x="11288888" y="0"/>
                </a:lnTo>
                <a:lnTo>
                  <a:pt x="1128888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60735" y="0"/>
            <a:ext cx="15427065" cy="10172700"/>
          </a:xfrm>
          <a:custGeom>
            <a:avLst/>
            <a:gdLst/>
            <a:ahLst/>
            <a:cxnLst/>
            <a:rect l="l" t="t" r="r" b="b"/>
            <a:pathLst>
              <a:path w="15766531" h="10386202">
                <a:moveTo>
                  <a:pt x="0" y="0"/>
                </a:moveTo>
                <a:lnTo>
                  <a:pt x="15766530" y="0"/>
                </a:lnTo>
                <a:lnTo>
                  <a:pt x="15766530" y="10386202"/>
                </a:lnTo>
                <a:lnTo>
                  <a:pt x="0" y="10386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6369" y="0"/>
            <a:ext cx="14545631" cy="10020300"/>
          </a:xfrm>
          <a:custGeom>
            <a:avLst/>
            <a:gdLst/>
            <a:ahLst/>
            <a:cxnLst/>
            <a:rect l="l" t="t" r="r" b="b"/>
            <a:pathLst>
              <a:path w="15081417" h="10559156">
                <a:moveTo>
                  <a:pt x="0" y="0"/>
                </a:moveTo>
                <a:lnTo>
                  <a:pt x="15081418" y="0"/>
                </a:lnTo>
                <a:lnTo>
                  <a:pt x="15081418" y="10559156"/>
                </a:lnTo>
                <a:lnTo>
                  <a:pt x="0" y="105591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>
            <a:off x="-2839732" y="3931089"/>
            <a:ext cx="8741551" cy="0"/>
          </a:xfrm>
          <a:prstGeom prst="line">
            <a:avLst/>
          </a:prstGeom>
          <a:ln w="95250" cap="flat">
            <a:solidFill>
              <a:srgbClr val="2D2D3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R"/>
          </a:p>
        </p:txBody>
      </p:sp>
      <p:sp>
        <p:nvSpPr>
          <p:cNvPr id="3" name="TextBox 3"/>
          <p:cNvSpPr txBox="1"/>
          <p:nvPr/>
        </p:nvSpPr>
        <p:spPr>
          <a:xfrm>
            <a:off x="2537186" y="3245316"/>
            <a:ext cx="10718760" cy="1324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97"/>
              </a:lnSpc>
            </a:pPr>
            <a:r>
              <a:rPr lang="en-US" sz="912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FIN {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415791" y="6536903"/>
            <a:ext cx="2471972" cy="1607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77"/>
              </a:lnSpc>
            </a:pPr>
            <a:r>
              <a:rPr lang="en-US" sz="10944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985847" y="4716742"/>
            <a:ext cx="7504242" cy="144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42"/>
              </a:lnSpc>
            </a:pPr>
            <a:r>
              <a:rPr lang="en-US" sz="8387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&lt;Gracias"/&gt;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45</Words>
  <Application>Microsoft Office PowerPoint</Application>
  <PresentationFormat>Personalizado</PresentationFormat>
  <Paragraphs>19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Courier Prime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Técnica Código Programación Minimalista Gris</dc:title>
  <cp:lastModifiedBy>OVIEDO CHACON VICTOR ALEXANDER</cp:lastModifiedBy>
  <cp:revision>2</cp:revision>
  <dcterms:created xsi:type="dcterms:W3CDTF">2006-08-16T00:00:00Z</dcterms:created>
  <dcterms:modified xsi:type="dcterms:W3CDTF">2025-11-02T23:23:06Z</dcterms:modified>
  <dc:identifier>DAG3lrQQyUE</dc:identifier>
</cp:coreProperties>
</file>